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833711"/>
            <a:ext cx="4057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PROJECT SHOWCASE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19486"/>
            <a:ext cx="4260532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Buy When You Can Rent?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84327"/>
            <a:ext cx="40576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How I built VærktøjLeje: Denmark's handiest tool-sharing web app.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952500" y="2903339"/>
            <a:ext cx="3225849" cy="2832496"/>
          </a:xfrm>
          <a:prstGeom prst="roundRect">
            <a:avLst>
              <a:gd fmla="val 80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483149" y="2903339"/>
            <a:ext cx="3225849" cy="2832496"/>
          </a:xfrm>
          <a:prstGeom prst="roundRect">
            <a:avLst>
              <a:gd fmla="val 80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013799" y="2903339"/>
            <a:ext cx="3225849" cy="2832496"/>
          </a:xfrm>
          <a:prstGeom prst="roundRect">
            <a:avLst>
              <a:gd fmla="val 80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350" y="336053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336053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5649" y="336053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2950" y="358913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3589139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4249" y="358913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-166687" y="762000"/>
            <a:ext cx="12525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My Simple 3-Step Recipe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-166687" y="1600200"/>
            <a:ext cx="12525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Solving the classic DIY headache for local residents.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48523" y="4351139"/>
            <a:ext cx="32338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Tool Stash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25518" y="4798814"/>
            <a:ext cx="307981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Curated digital catalog from drills to ladders.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479173" y="4351139"/>
            <a:ext cx="32338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MitID Magic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56168" y="4798814"/>
            <a:ext cx="307981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Secure CPR checks built right into the modal.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009822" y="4351139"/>
            <a:ext cx="32338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Dirt-Cheap Rates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086818" y="4798814"/>
            <a:ext cx="307981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Nominal daily fees to fix household flats.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28365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38461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48558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96986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7962" y="397951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4970115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438900" y="1373534"/>
            <a:ext cx="5140642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Built With Love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&amp; Vanilla Code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86600" y="2836515"/>
            <a:ext cx="2790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No Framework Bloat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100% plain HTML and JavaScript.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086600" y="3846165"/>
            <a:ext cx="3933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Tailwind Styling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Utility classes for responsive, modern design.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086600" y="4855815"/>
            <a:ext cx="38385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Ready to Ship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Pushed seamlessly to my GitHub repository.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